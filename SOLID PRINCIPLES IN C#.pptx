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8EE06-377A-DF55-B4DD-691A0FA29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2367F-7ED5-3DC5-3158-309E0381D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C35-9B69-4D3D-793D-E5DD65C0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3C76D-C7B1-699B-4A63-7ECA3072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1BC67-B315-FFEB-EABA-E51DDA4B1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19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AD4CE-2A8D-E43F-CE22-2ED7FEBE8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7F50-D798-34BC-8175-6287687BD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14E27-9CF1-3693-3BD4-1616EB60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C379C-9204-7D46-5CE7-6B6260D9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72847-12AD-6E6C-057E-FEAA7DA5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965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7315-331E-FE69-E3AB-C6CAF8958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3A83A-2405-A06E-B273-A4CF348B1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9357-F029-F0FE-6DAB-710F2E3F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BD33F-7233-A246-BF2D-B9A0F84CA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BCD85-E6C2-27DC-E8AA-685735BD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18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C559-E116-894D-1E02-D8DE4D14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7AA54-7ADF-EB83-DC20-6C5492EF1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34542-528E-A93C-B0BA-3A4E7413A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7A4B7-5F78-2CE9-44E4-EAB79D41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83781-4616-3C30-0A61-D9B9CE18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2F320-2047-96F8-9BF2-B29B499D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910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005D-5EC3-93B0-EEF7-73019E1F0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53033-320B-C0D2-78AB-69198B961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692DF-F659-E5B8-586C-ED4112993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591337-5195-6D86-1078-15ED762C5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08EF9-8CDA-7D4A-6CA5-EA9ABF48DD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0E4843-8EEC-A1AC-2D03-1A01AB064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22510F-D22A-3171-EFA0-ADDC39D7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80DEA1-0A7A-22DF-8397-B6CDE6BC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24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8C330-8547-D462-9393-C389B1330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D0F47A-8938-4A07-B319-D11F2B02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B3A9C-9AA0-7EDA-408B-A1899249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FF0D6-573E-C8AF-D346-79778ADB0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891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8F471-AB1C-07CC-F516-0D6A6ECCE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645E1-1DBC-56AC-8D30-7262B4B4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F31F2-05C0-C4FF-44BC-50AF8EE8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64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A498-141F-DC75-F690-C9EB31AA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0E007-EA6A-2523-5EF2-306E97AA2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DFE8-FEE2-852F-728E-9D059B398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DC312-B21F-6E45-70EA-0ABBBE88E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C2A3A-37EB-8F86-0BFE-AA47EEA8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571CD-3FB2-5F75-8325-DA69E0AF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37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310F0-864E-235C-CA11-09F053643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79BB7F-751E-696F-4B25-19261ABEF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2C5C5-DC54-5E26-6FFA-BDFA2AE90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2DDC7-90BD-01E3-3AF9-04C48C6A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A27CC-7117-2BF8-0C98-002F479C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F7F00-25FA-A162-DD3C-DAD10C01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5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3A7E1-FA76-9661-BE2C-48C004DA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9059E-A543-C76B-3D93-B4404DCF1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79C21-FF2D-6673-0B17-19E5D18B5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FF62E-F6F6-BCD8-CE72-AF3F036F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AB71E-229A-48DF-B45F-6A6CDC58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681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2ECF57-43B7-53C1-1BEF-F434509AE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5A76B-08F9-1EA6-2E5B-91CD60142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6B20-298F-7032-5CAE-1B6658B5C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6409A-64A7-EF4E-B8A6-6696C028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7818F-1F80-7E4A-2589-1535A4C0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201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686897-2F5F-951F-0680-FEAA725F8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79079-21FA-DECB-02CC-58937F1AC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C017A-3761-E235-482E-255FABA7A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F62E4-E4F2-4608-B00C-C15931E5F3A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67FB7-999F-F36D-5C71-BD8FD8804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91A97-DD53-831D-0AB4-82C5F4590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F4CD8-0E54-4861-A7A9-C790D6FA0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39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86AD-E8A1-636C-1EBC-BBC792C46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SOLID PRINCIPLES IN C#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946BC-C4F5-6812-1C01-9D25A9E5F0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SRP &amp; OCP Explanation with Example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/>
              <a:t>S . Haritha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09784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CE9F-A741-0619-BEAB-A635D468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  <a:latin typeface="Arial Black" panose="020B0A04020102020204" pitchFamily="34" charset="0"/>
              </a:rPr>
              <a:t>What is SOLID?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1CCF-3894-AA05-E1D3-52A53D98D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→ Single Responsibility Principle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Open Closed Principle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→ 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Liskov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Substitution Principle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Interface Segregation Principle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→ Dependency Inversion Principle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58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3496-977C-5C14-A0BA-70439D8B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SRP (Single Responsibility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89B62-50D4-E325-3E7A-1D2CB461B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 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Definition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class should have only one reason to change.</a:t>
            </a:r>
          </a:p>
          <a:p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Real-Time Examples of SRP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a.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ATM Machine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One part → Withdraw money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One part → Check balance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b. Student Management System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Student class → stores data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Marks Calculator → calculates marks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90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475A-52C5-7277-B7AF-E1E9267A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OCP (Open Closed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0DCFC-13CF-6F29-A4E3-08C10BE3F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Software entities (classes, modules, functions) should be open for extension but closed for modification.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Real-Time Examples of OCP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Notification System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Existing-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* Email notification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* SMS notification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New requirement-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*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Whatsapp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notification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311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F97EB-982E-BDAA-8718-06CC2EF8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3600E-674D-32BD-5AD4-92052FE3A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Improves code readability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Easier maintenance &amp; debugging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Reduces risk of errors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Makes system scalable &amp; flexible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80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983D-90A8-6D7F-F044-71C4CABF2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70A42-DD84-4645-D852-AF3A5E714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Using SRP and OCP helps developers to write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clean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maintainable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future-ready applications.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140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087A8-7C7E-C571-E180-C90D6928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IN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FFF88-C532-A3B7-AFF8-7FC816DF7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44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                  </a:t>
            </a:r>
          </a:p>
          <a:p>
            <a:pPr marL="0" indent="0">
              <a:buNone/>
            </a:pPr>
            <a:r>
              <a:rPr lang="en-IN" sz="44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                  Thank you</a:t>
            </a:r>
            <a:endParaRPr lang="en-IN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7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204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Wingdings</vt:lpstr>
      <vt:lpstr>Office Theme</vt:lpstr>
      <vt:lpstr>SOLID PRINCIPLES IN C#</vt:lpstr>
      <vt:lpstr>What is SOLID?</vt:lpstr>
      <vt:lpstr>SRP (Single Responsibility Principle)</vt:lpstr>
      <vt:lpstr>OCP (Open Closed Principle)</vt:lpstr>
      <vt:lpstr>Benefits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haritha</dc:creator>
  <cp:lastModifiedBy>s haritha</cp:lastModifiedBy>
  <cp:revision>2</cp:revision>
  <dcterms:created xsi:type="dcterms:W3CDTF">2026-05-01T16:53:53Z</dcterms:created>
  <dcterms:modified xsi:type="dcterms:W3CDTF">2026-05-02T04:35:43Z</dcterms:modified>
</cp:coreProperties>
</file>